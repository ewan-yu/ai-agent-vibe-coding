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157" autoAdjust="0"/>
  </p:normalViewPr>
  <p:slideViewPr>
    <p:cSldViewPr snapToGrid="0" snapToObjects="1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54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开场别端着。切入：今天不讲 AI 有多神，讲日常怎么把它用起来、少踩坑。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让大家有预期：原理→工具→案例。强调第三段是重点。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地基页，用「百科全书 vs 助理」对比让所有人秒懂。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只讲这页原理，不展开 Transformer、不贴权重数字。比喻：AI 像人读书自动盯重点。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上下文窗口是 AI 怪行为的根子。讲透这点，CLAUDE.md、开新对话就有依据。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原则+微对比，比纯口诀好记。下一页给完整实例，看 4 条怎么一起用。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和上页连续：原则配微对比，这页完整实例+业务侧。角色+目标+约束+示例，通用打法。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衰减是窗口的延伸，别混：窗口硬限制，衰减软现象。引出工具部分。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0F59-6426-1A4D-4FA3-EEF58BF6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EED23-FA7F-EFC1-63E6-0EBFE2EA7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DF621-36FD-754E-288A-79547B862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衰减是窗口的延伸，别混：窗口硬限制，衰减软现象。引出工具部分。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1AA5F-8C91-1339-3F52-1CDED837F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40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安全带。很多翻车是当搜索引擎用、直接复制上线。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概念点到为止。衔接：Karpathy 2026 的 Agentic Engineering 口头带一句，引出下页 agent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工具部分核心认知。很多人装了却当 ChatGPT 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提效第一步，最易落地。现场可打开本项目 CLAUDE.md，没有就 /init 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实操心法。案例④演示贴报错自修，日常最真实场景。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案例目录。强调不是四个孤立 demo，是同一需求从业务到代码打通。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业务顾问重点看。价值：模糊人话 30 秒变结构化需求。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强调从零写→改和审这个角色转变，是 BA/业务顾问用 AI 最大价值点。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高光时刻，和网页版对比最强烈。现场真跑，有兜底录屏。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最接地气一页。80% 时间在纠错。让 AI 自己读报错比人翻译快。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收尾别拖，三句讲完进互动。课后资料已准备好。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互动鼓励说自己的场景，可现场拿真实需求让 AI 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82296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部门内部分享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入门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真正帮你干活，而不只是陪你聊天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5760720"/>
            <a:ext cx="457200" cy="36576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B8CD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演讲者：[姓名]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B8CD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日期：[YYYY-MM-DD]　·　部门：IT 部门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今天聊三件事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7190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FC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19385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到底是怎么工作的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22677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FC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011680" y="33238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怎么用才到位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3685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0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234440"/>
          </a:xfrm>
          <a:prstGeom prst="rect">
            <a:avLst/>
          </a:prstGeom>
          <a:solidFill>
            <a:srgbClr val="E7F0F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91440" cy="1234440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011680" y="47411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一个真实需求，全程搭把手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51023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0" y="4572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智能体是什么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r>
              <a:rPr lang="en-US" sz="22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会用工具</a:t>
            </a:r>
            <a:r>
              <a:rPr lang="en-US" sz="22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有记忆</a:t>
            </a:r>
            <a:r>
              <a:rPr lang="en-US" sz="22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会规划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420624" cy="420624"/>
          </a:xfrm>
          <a:prstGeom prst="ellipse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609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听得懂人话，会推理、会写东西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5080" y="2807208"/>
            <a:ext cx="420624" cy="420624"/>
          </a:xfrm>
          <a:prstGeom prst="ellipse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6609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3063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能调接口、读写文件、跑命令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77240" y="3950208"/>
            <a:ext cx="420624" cy="420624"/>
          </a:xfrm>
          <a:prstGeom prst="ellipse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8039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记得住刚才聊了啥、项目长啥样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55080" y="3950208"/>
            <a:ext cx="420624" cy="420624"/>
          </a:xfrm>
          <a:prstGeom prst="ellipse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393192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8039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206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复杂任务能自己拆步骤、一步步做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以前的 AI = </a:t>
            </a:r>
            <a:r>
              <a:rPr lang="en-US" sz="1300" b="1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一本百科全书</a:t>
            </a: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（问它答，答完就完）　　　现在的 AI 智能体 = </a:t>
            </a:r>
            <a:r>
              <a:rPr lang="en-US" sz="13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能动手的助理</a:t>
            </a: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（你说，它去做）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是怎么「听懂」你说话的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核心：注意力机制——它知道一句话里哪些词更重要。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7240" y="2304288"/>
            <a:ext cx="292608" cy="292608"/>
          </a:xfrm>
          <a:prstGeom prst="ellipse">
            <a:avLst/>
          </a:prstGeom>
          <a:solidFill>
            <a:srgbClr val="1E8C4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「苹果很好吃」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水果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3218688"/>
            <a:ext cx="292608" cy="292608"/>
          </a:xfrm>
          <a:prstGeom prst="ellipse">
            <a:avLst/>
          </a:prstGeom>
          <a:solidFill>
            <a:srgbClr val="0E8F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「苹果手机很贵」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品牌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77240" y="4133088"/>
            <a:ext cx="292608" cy="292608"/>
          </a:xfrm>
          <a:prstGeom prst="ellipse">
            <a:avLst/>
          </a:prstGeom>
          <a:solidFill>
            <a:srgbClr val="C8870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「我买了个苹果」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887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要更多上下文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结论很朴素：</a:t>
            </a:r>
            <a:r>
              <a:rPr lang="en-US" sz="16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你给的上下文越清楚，它理解得越准。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大模型的输入输出结构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本质就三类消息在轮流：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干嘛的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8F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你给 AI 的「岗位说明书」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定角色、定边界、定规矩（全程有效）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8F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你每次问的话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提任务、给上下文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8F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Assistant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的回答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它干完活给你的结果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86200"/>
            <a:ext cx="11064240" cy="50292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还有一个绕不开的常识：上下文窗口（Context Window）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4681728"/>
            <a:ext cx="146304" cy="146304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960120" y="4572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一次能「看到」的信息有上限（系统提示 + 全部历史对话 + 当前输入）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5138928"/>
            <a:ext cx="146304" cy="146304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6012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超了会怎样？最早的内容被「挤出去」，AI 就「忘」了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5596128"/>
            <a:ext cx="146304" cy="146304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6012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量级：几十万到上百万 token（1 个汉字 ≈ 1–2 token），长对话照样会撑满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对策：重要信息放系统提示 / CLAUDE.md，或开新对话重发背景。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怎么写好提示词（一）——4 条原则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说清楚要什么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反例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029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「写个函数」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 Python 写校验邮箱的函数，返回 True/False」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给点背景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反例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2029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「优化这段代码」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2377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「这是 Flask 接口，执行 5 秒，帮我优化」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724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复杂的拆开讲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反例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0416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「做个用户管理系统」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462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389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「先做注册接口，分四步…先做第一步」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让它演个角色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反例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40416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「看看这段代码」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462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4389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「你是资深后端，审查代码安全和性能」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一句话：Garbage in, garbage out —— 你输入的质量，决定它输出的质量。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怎么写好提示词（二）——一个完整实例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坏提示词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100584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3232" y="18745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帮我写个校验函数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校验什么？什么语言？返回啥？出错怎么办？AI 只能反问或瞎猜。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好提示词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237744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82512" y="1874520"/>
            <a:ext cx="50657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Python 写校验邮箱格式的函数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validate_email(email: str) -&gt; bool：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用正则实现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非法输入返回 False，不抛异常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加中文文档字符串和 2 个示例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141732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498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差异就在：目标明确 · 约束清晰（语言/参数/返回值/异常）· 给了示例要求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业务侧同理：</a:t>
            </a: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把「帮我整理需求」换成「帮我把这段业务方的话整理成功能点和验收点：[贴原话]」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从提示词工程到上下文工程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光把单次提示词写好，还不够。两者关注的事不一样：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提示词工程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上下文工程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这一次怎么问好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整个对话/项目该喂什么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时间尺度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单次提问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多轮、长任务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问得模糊，答得跑偏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忘事、前后矛盾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6"/>
          <p:cNvSpPr/>
          <p:nvPr/>
        </p:nvSpPr>
        <p:spPr>
          <a:xfrm>
            <a:off x="777240" y="3794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还要当心：上下文衰减（Context Decay）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434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</a:t>
            </a: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硬限制（超了直接丢）　　　</a:t>
            </a:r>
            <a:r>
              <a:rPr lang="en-US" sz="1300" b="1" dirty="0">
                <a:solidFill>
                  <a:srgbClr val="C887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衰减</a:t>
            </a: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软现象（没超也会忘早期的）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应对：① 重要规则放 CLAUDE.md　② 长任务定期复述或开新对话　③ 让 Claude Code 自动管理上下文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DF9E5-070A-6168-3589-A2914C20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0D791-FD07-938D-5642-C46DBFC0145E}"/>
              </a:ext>
            </a:extLst>
          </p:cNvPr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DD25C0-7395-D4F8-78E3-13E4E7F3705C}"/>
              </a:ext>
            </a:extLst>
          </p:cNvPr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从提示词工程到上下文工程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F8CABB-B9F0-33EF-321A-F2E33725F24B}"/>
              </a:ext>
            </a:extLst>
          </p:cNvPr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BA7543-EB88-BFE5-1E8B-7380A274743D}"/>
              </a:ext>
            </a:extLst>
          </p:cNvPr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A37AE43-B8EA-1F1D-2B33-FC6992D504CB}"/>
              </a:ext>
            </a:extLst>
          </p:cNvPr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96BCEF5-80F7-03FC-07B0-3A6772718E03}"/>
              </a:ext>
            </a:extLst>
          </p:cNvPr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9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AB58881-8ED6-7C19-D22B-D1CB6C07A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221552"/>
            <a:ext cx="8996261" cy="506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一条最重要的认知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是「大概率」生成，不是「查数据库」。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660904"/>
            <a:ext cx="201168" cy="201168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同一个问题，问两遍，答案可能不一样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346704"/>
            <a:ext cx="201168" cy="201168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63040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它会一本正经地胡说（看着专业，其实是编的）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4032504"/>
            <a:ext cx="201168" cy="201168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463040" y="3886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所以——一定要自己复核、跑一遍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是帮你提速的，</a:t>
            </a:r>
            <a:r>
              <a:rPr lang="en-US" sz="20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不是替你负责的。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Vibe Coding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课程点题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Andrej Karpathy（OpenAI 联创）</a:t>
            </a: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于 2025 年 2 月提出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86868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自然语言成了编程语言</a:t>
            </a: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——你用大白话描述要什么，AI 自动生成、测试、改代码，你只管感觉和整体逻辑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5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说话即编程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不用逐行写语法，说做个类似 XX 的页面，它搭架构填代码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301752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2628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5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先跑通，再优化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4160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接受小瑕疵，用自然语言反馈让 AI 修，而不是手动改 bug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301752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5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7532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门槛骤降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4160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非专业也能几分钟出能跑的原型（MVP），适合快速验证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开发者从代码「打字员」变成「指挥官」。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不只是又一个聊天框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上一页说的 Vibe Coding，Claude Code 就是干这个的工具。它和网页版最大的区别：会动手。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网页版 AI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你问，它答一段文字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直接改你的文件、跑你的命令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你自己复制粘贴回去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在项目里自己读写、自己执行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每次重新开始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4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记得项目结构、规范、上下文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用法完全不同：</a:t>
            </a:r>
            <a:r>
              <a:rPr lang="en-US" sz="15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不是说一句拿一段代码，而是说个目标，让它在你项目里干完、跑通。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用之前先做一件事——写 CLAUDE.md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在项目根目录放一个 CLAUDE.md，AI 每次干活都会先读它——相当于给新助理的项目须知。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2322576"/>
            <a:ext cx="219456" cy="21945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不用每次重复交代技术栈、规范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3099816"/>
            <a:ext cx="219456" cy="21945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自动按规矩来，少跑偏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877056"/>
            <a:ext cx="219456" cy="21945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提效第一步，零成本收益最大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2103120"/>
            <a:ext cx="5943600" cy="361188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833872" y="2194560"/>
            <a:ext cx="56144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F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项目说明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内部员工信息管理系统（Python+Pydantic）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F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技术栈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Python 3.10+，Pydantic v1，pytest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F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规范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函数有类型注解和文档字符串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注释和报错信息用中文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FB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常用命令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pytest tests/ -v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 AI 协作的正确姿势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小步快跑，别一口气甩大需求：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536192" y="219456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619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搭最小骨架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让它先搭个能跑的骨架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196596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01568" y="19659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89120" y="219456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38728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加一个功能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跑通了再加下一个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61888" y="196596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242048" y="219456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24204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91656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出错贴回去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91656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把报错原样贴回去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14816" y="196596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07424" y="19659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0094976" y="219456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09497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44584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让它自修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44584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它自己读、自己改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关键心法：</a:t>
            </a:r>
            <a:r>
              <a:rPr lang="en-US" sz="14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让它自己读报错，比你手动描述问题快十倍。你不需要看懂每一行错误，复制粘贴回去就行。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贯穿案例：员工信息管理加按部门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14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我们有个员工信息管理小系统（本项目的 user_service.py）。员工多了，业务方提需求：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想能按部门看人，新来的能批量录进去。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现状：系统里压根没有部门这个概念。同一个需求，分四段打通：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6060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需求澄清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业务顾问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业务方一句话 → 结构化需求+验收点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01568" y="288036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401568" y="2880360"/>
            <a:ext cx="26060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93008" y="2880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文档产出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业务顾问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38728" y="3931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需求说明 + 用户故事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288036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54496" y="2880360"/>
            <a:ext cx="26060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45936" y="2880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功能实现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1656" y="3931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加字段/方法、跑测试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07424" y="288036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107424" y="2880360"/>
            <a:ext cx="26060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98864" y="2880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迭代纠错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98864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44584" y="3931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贴报错让 AI 自修，跑通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　需求澄清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业务顾问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业务方原话（就这么随意）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3232" y="1783080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我们想能按部门看人，新来的能一批批录进来，别一个个填。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123444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" y="2926080"/>
            <a:ext cx="10735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帮我把下面这段业务方的话，整理成功能需求和验收点。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原话：我们想能按部门看人，新来的能一批批录进来，别一个个填。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输出：1) 功能点　2) 每个功能怎么算做完了（验收点）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输出（约）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4654296"/>
            <a:ext cx="128016" cy="12801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按部门筛选员工 → 选研发部能列出该部门所有人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384048"/>
          </a:xfrm>
          <a:prstGeom prst="rect">
            <a:avLst/>
          </a:prstGeom>
          <a:solidFill>
            <a:srgbClr val="F4F8FC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5111496"/>
            <a:ext cx="128016" cy="12801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批量导入员工 → 一次传多条，成功入库、失败报原因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568696"/>
            <a:ext cx="128016" cy="128016"/>
          </a:xfrm>
          <a:prstGeom prst="ellipse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4406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员工要有部门字段 → 每个员工都能标记所属部门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案例②　文档产出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业务顾问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接着对 AI 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3232" y="1783080"/>
            <a:ext cx="1073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基于上面整理的需求，帮我写一份简短的需求说明，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并给出 3-5 条用户故事（作为…我想要…以便…）。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直接产出：需求说明（功能/非功能）+ 用户故事清单，可直接贴进 wiki / 需求文档。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233172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业务顾问的收获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187952"/>
            <a:ext cx="146304" cy="146304"/>
          </a:xfrm>
          <a:prstGeom prst="ellipse">
            <a:avLst/>
          </a:prstGeom>
          <a:solidFill>
            <a:srgbClr val="0E8F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会议纪要、需求文档、用户故事、验收标准——这些体力活都能让 AI 出初稿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690872"/>
            <a:ext cx="146304" cy="146304"/>
          </a:xfrm>
          <a:prstGeom prst="ellipse">
            <a:avLst/>
          </a:prstGeom>
          <a:solidFill>
            <a:srgbClr val="0E8F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4572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你从「从零写」变成「改和审」，省下的是最耗时的那部分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课后参考里有会议纪要、竞品分析等现成模板。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案例③　功能实现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开发同学接手，打开 Claude Code，目标是给系统加按部门能力。第一句指令：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28600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10735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我要给员工系统加部门概念。User 模型在 src/models/user.py，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请：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给 User 和 UserCreate 加 department 字段（默认未分配）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在 UserService 加 get_users_by_department 方法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加 batch_import_users，批量导入，重复的跳过并记录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改完跑一遍 pytest tests/ -v 确认没破坏原有测试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64240" cy="1371600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接下来你会看到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自己读文件、改代码、自己跑测试、把结果告诉你——全程不用你切换窗口。一句自然语言，在真实代码里落地，这就是 Vibe Coding。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案例④　迭代纠错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287000" y="5486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87000" y="548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现实里 AI 不会一次完美。批量导入遇到重复用户名，create_user 抛 ValueError，测试挂了。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594360"/>
          </a:xfrm>
          <a:prstGeom prst="rect">
            <a:avLst/>
          </a:prstGeom>
          <a:solidFill>
            <a:srgbClr val="2A141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</a:t>
            </a:r>
            <a:r>
              <a:rPr lang="en-US" sz="120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test_batch_import_users</a:t>
            </a:r>
            <a:r>
              <a:rPr lang="en-US" sz="12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ValueError: 用户名已存在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把报错原样贴回去（不用自己 debug）：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371600"/>
          </a:xfrm>
          <a:prstGeom prst="rect">
            <a:avLst/>
          </a:prstGeom>
          <a:solidFill>
            <a:srgbClr val="0E2438"/>
          </a:solidFill>
          <a:ln w="9525">
            <a:solidFill>
              <a:srgbClr val="0E8F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" y="3017520"/>
            <a:ext cx="10735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DC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跑批量导入报错了：ValueError: 用户名已存在。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帮我改 batch_import_users：重复的跳过、收集起来返回，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3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不要因为一条失败整个挂掉。然后重新跑测试。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12344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自己读报错、自己改、自己重跑测试，直到通过。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日常节奏：</a:t>
            </a:r>
            <a:r>
              <a:rPr lang="en-US" sz="1300" dirty="0">
                <a:solidFill>
                  <a:srgbClr val="DCEA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给目标 → 跑 → 错了贴回去 → 它修 → 再跑 → 通了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" cy="566928"/>
          </a:xfrm>
          <a:prstGeom prst="rect">
            <a:avLst/>
          </a:prstGeom>
          <a:solidFill>
            <a:srgbClr val="13C4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438912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" cy="109728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靠注意力抓重点，上下文越清楚越准；但会犯错，结果要复核。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09728" cy="1097280"/>
          </a:xfrm>
          <a:prstGeom prst="rect">
            <a:avLst/>
          </a:prstGeom>
          <a:solidFill>
            <a:srgbClr val="0E8F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68680" y="30175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6974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是会动手的 agent。先写 CLAUDE.md，再小步快跑、贴报错自修。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09728" cy="10972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68680" y="42519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7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93192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业务顾问：从零写 → </a:t>
            </a:r>
            <a:r>
              <a:rPr lang="en-US" sz="1450" dirty="0" err="1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改和审；开发</a:t>
            </a:r>
            <a:r>
              <a:rPr 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描述要求</a:t>
            </a:r>
            <a:r>
              <a:rPr lang="en-US" sz="1450" dirty="0">
                <a:solidFill>
                  <a:srgbClr val="13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真实代码落地。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C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不替你负责，但能把最耗时的体力活接过去。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08576" y="269748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A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智能体原理与 Vibe Coding 入门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437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1487</Words>
  <Application>Microsoft Office PowerPoint</Application>
  <PresentationFormat>宽屏</PresentationFormat>
  <Paragraphs>341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智能体原理与 Vibe Coding 入门</dc:title>
  <dc:subject>PptxGenJS Presentation</dc:subject>
  <dc:creator>IT 部门</dc:creator>
  <cp:lastModifiedBy>Yu Yu</cp:lastModifiedBy>
  <cp:revision>3</cp:revision>
  <dcterms:created xsi:type="dcterms:W3CDTF">2026-06-14T04:29:46Z</dcterms:created>
  <dcterms:modified xsi:type="dcterms:W3CDTF">2026-06-14T05:05:25Z</dcterms:modified>
</cp:coreProperties>
</file>